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Compatibility signal weighting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17C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Skill diversity</c:v>
                  </c:pt>
                  <c:pt idx="1">
                    <c:v>Communication</c:v>
                  </c:pt>
                  <c:pt idx="2">
                    <c:v>Team history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0.3</c:v>
                </c:pt>
                <c:pt idx="2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9EFF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440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9EFF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A4C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Positive contribution to predicted success (example)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value</c:v>
                </c:pt>
              </c:strCache>
            </c:strRef>
          </c:tx>
          <c:spPr>
            <a:solidFill>
              <a:srgbClr val="17C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Team balance</c:v>
                  </c:pt>
                  <c:pt idx="1">
                    <c:v>Mentor feedback</c:v>
                  </c:pt>
                  <c:pt idx="2">
                    <c:v>Attendance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0.656</c:v>
                </c:pt>
                <c:pt idx="1">
                  <c:v>0.25</c:v>
                </c:pt>
                <c:pt idx="2">
                  <c:v>0.17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9EFF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440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9EFF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3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AI-020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 Team Formation &amp;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Project Allocation Engine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messy intern attributes into balanced teams, matched projects, and explainable success predictions.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Ezitech Internship Batch  |  2 AI Engineers  |  4-Week Build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92640" y="548640"/>
            <a:ext cx="2194560" cy="2194560"/>
          </a:xfrm>
          <a:prstGeom prst="ellipse">
            <a:avLst/>
          </a:prstGeom>
          <a:solidFill>
            <a:srgbClr val="17C3B2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2926080"/>
            <a:ext cx="1280160" cy="1280160"/>
          </a:xfrm>
          <a:prstGeom prst="ellipse">
            <a:avLst/>
          </a:prstGeom>
          <a:solidFill>
            <a:srgbClr val="9FB8D9">
              <a:alpha val="1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team formation doesn't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consistent signal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mentor's read on "who works well together" isn't written down anywhere, isn't repeatable, and doesn't scale past a handful of cohorts.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81928" y="16916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1892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56248" y="23774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data, unused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56248" y="27889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stack, GitHub activity, case-study scores, attendance, and feedback all exist in the portal export — but nobody combines them into one comparable number.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1605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" y="48463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project fit reasoning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" y="52578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a team to a project is a judgment call, not a traceable match against required tech stack.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81928" y="41605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56248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56248" y="48463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go unavailable mid-cohort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56248" y="52578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intern drops out or becomes unavailable, teams stay lopsided until a mentor happens to notice.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recommendation engine, three audiences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Interns, skills, projects, and history feed a chain of specialised engines behind a single API. Mentor, Admin, and Student dashboards each render the same recommendations for a different reader.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743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66928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modules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1568" y="24231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2743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401568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modules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6208" y="24231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2743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236208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dashboards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70848" y="24231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70848" y="2743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9070848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files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4709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pulled directly from this repository's source tree (router/service file counts, test file count) — not marketing round numbers.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lanes, one request at a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246888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468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Dashboard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347472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4747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448056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4480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Dashboard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91256" y="34290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2900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132A4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11880" y="246888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468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routers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11880" y="347472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4747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validation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11880" y="448056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4480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/ OpenAPI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53328" y="34290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91072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73952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3952" y="246888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2468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· Formation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73952" y="347472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1112" y="34747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· Workload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73952" y="448056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4480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· Risk · SHAP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915400" y="34290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153144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132A4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336024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ML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36024" y="246888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73184" y="2468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336024" y="347472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73184" y="34747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336024" y="4480560"/>
            <a:ext cx="2240280" cy="731520"/>
          </a:xfrm>
          <a:prstGeom prst="roundRect">
            <a:avLst>
              <a:gd name="adj" fmla="val 7500"/>
            </a:avLst>
          </a:prstGeom>
          <a:solidFill>
            <a:srgbClr val="0A1830"/>
          </a:solidFill>
          <a:ln w="12700">
            <a:solidFill>
              <a:srgbClr val="2C4C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73184" y="4480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+ SHAP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and Repositories are separate layers — an engine's business logic never depends on how it's queried.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actually built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11064240" cy="4846320"/>
        </p:xfrm>
        <a:graphic>
          <a:graphicData uri="http://schemas.openxmlformats.org/drawingml/2006/table">
            <a:tbl>
              <a:tblPr/>
              <a:tblGrid>
                <a:gridCol w="3108960"/>
                <a:gridCol w="5852160"/>
                <a:gridCol w="2103120"/>
              </a:tblGrid>
              <a:tr h="4405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6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API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FastAPI (Python 3.11) + Uvicorn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+ SQLAlchemy + Alembic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Matching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Sentence-Transformers (all-MiniLM-L6-v2)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Models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scikit-learn (KMeans / Agglomerative, RF/LogReg)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Explainability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 — Mentor / Admin / Student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+ Docker Compose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 tracking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MLflow (lightweight, local file store)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Relationship/graph layer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NetworkX (in-process)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C93B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C93B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implemented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steps, Import to Explain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19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719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6344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75320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1719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0392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4564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3484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4564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4023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Project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7532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03920" y="34564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03920" y="4023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Success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5029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1937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" y="5760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Risk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434840" y="5029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51937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63440" y="5760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(SHAP)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75320" y="5029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03920" y="51937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503920" y="5760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Dashboards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&amp; Compatibility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5577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intern's skills and interests are embedded with Sentence-Transformers.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ranks candidate teammates per intern.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Compatibility Score blends skill diversity, communication score, and prior team history into one number.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signal Team Formation clusters on — not a manual pairing.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60020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Formation &amp; Leadership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5577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 / Agglomerative clustering groups interns into balanced teams — constrained so teams aren't skill-identical.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Detection combines leadership score, communication score, and past team history.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formed team carries a suggested_leader_intern_id and a Lead role on one member.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Team Chemistry flags competing-leadership risk before it becomes a real conflict.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Probability &amp; Risk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5577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scikit-learn model (logistic regression / random forest) predicts each team's success probability from team balance, attendance, and feedback.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 separately flags skill overlap, low attendance, and leadership gaps.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intentionally simple — a well-explained simple model scores better on Explainability than an unexplained complex one.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returned alongside its SHAP explanation, never bare.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— 15%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ships with a reason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computes each feature's contribution to a team's success-probability prediction. The API returns the same factors the dashboard renders as plain-language reasons — illustrative example below.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148840"/>
          <a:ext cx="7040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148840"/>
            <a:ext cx="3749040" cy="3840480"/>
          </a:xfrm>
          <a:prstGeom prst="roundRect">
            <a:avLst>
              <a:gd name="adj" fmla="val 195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9244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on the Mentor dashboard as: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283464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skill balance increased the predicted success probability.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mentor feedback increased the predicted success probability.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attendance increased the predicted success probability.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— 5%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bonus engines beyond the core spec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0116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Team Rebalancing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28346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member becomes unavailable, the engine finds the closest-fitting available replacement by embedding distance, swaps them in, and rescores the team through the same pipeline. Leadership reassigns automatically if the departing member was Lead.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81928" y="169164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1968" y="20116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Chemistry Prediction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1968" y="28346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leadership balance, shared interests, communication spread, and feedback sentiment into a single chemistry label. Flags competing-leadership risk on teams with two strong leaders — a signal distinct from compatibility or success probability.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an automated test suite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874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2697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files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24528" y="164592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24528" y="1874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224528" y="2697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functions (grep-counted)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82128" y="164592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82128" y="1874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882128" y="2697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modules covered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categories covered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411480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unit tests (matching, formation, success, risk, rebalancing, chemistry, knowledge graph)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integration tests (one file per engine's endpoints)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Cross-checkpoint integration tests (Day 5, Day 15)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Config, CORS, and MLflow tracking tests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grep-counted directly from tests/ in this repo. Confirm the live pass count with "pytest tests/ -v" before presenting.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weight is earned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11064240" cy="484632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7040880"/>
              </a:tblGrid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it's earned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Architecture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Modular engine design + Knowledge Graph, Days 1-10 &amp; post-Day-20; architecture diagrams v1-v5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Matching 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Embedding-based matching + clustering, Days 6-7, validated at Checkpoint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Value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Answers the case study's own coordinator questions across all 3 dashboards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Explainability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SHAP-based layer with human-readable reasons, Day 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Scalability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 FastAPI, Dockerized services, documented caching path, Day 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README, API docs, Database Design, Deployment Guide, Days 17-18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Rebalancing + Team Chemistry, two bonus features, Day 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command, three containers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20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/ dev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--build — backend, Postgres, and Streamlit dashboards in one command.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81928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6248" y="1920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6248" y="23774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test suite runs against an in-memory SQLite DB with a deterministic fake embedding model — no network dependency.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4206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demo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46634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dashboard deployable to Render / Railway / Fly.io free tier, per DEPLOYMENT_GUIDE.md.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81928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B3B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6248" y="4206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56248" y="46634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app/config.py (Day 17); CORS allowlist and MLflow tracking URI both environment-driven.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AI-020 — Team Formation &amp; Smart Project Allocation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engines · 21 routers · Explainable by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194560" cy="2194560"/>
          </a:xfrm>
          <a:prstGeom prst="ellipse">
            <a:avLst/>
          </a:prstGeom>
          <a:solidFill>
            <a:srgbClr val="17C3B2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2026-08-01T03:06:12Z</dcterms:created>
  <dcterms:modified xsi:type="dcterms:W3CDTF">2026-08-01T03:06:12Z</dcterms:modified>
</cp:coreProperties>
</file>